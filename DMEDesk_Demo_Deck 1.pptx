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16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0"/>
            <a:ext cx="1463040" cy="2011680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2DF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Voice Platform Built for DMEPOS Suppliers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999232"/>
            <a:ext cx="164592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every call. Follow up every prescription. Never miss an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HIPAA Compliant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38587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Coverage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38587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DMEPOS-Specific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11696" y="38587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 7 Days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DMEPOS Supplier Faces the Same 3 Problems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97480" cy="3456432"/>
          </a:xfrm>
          <a:prstGeom prst="rect">
            <a:avLst/>
          </a:prstGeom>
          <a:solidFill>
            <a:srgbClr val="FFEBEE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269748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350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9496" y="184708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 Calls = Missed Revenue &amp; 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" y="239572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unanswered call is a lost order. After-hours calls go to voicemail — patients move on. Unanswered patient complaints can also trigger grievance escalations, payer audits, and accreditation findings.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64408" y="1170432"/>
            <a:ext cx="2697480" cy="3456432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170432"/>
            <a:ext cx="2697480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35024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2424" y="184708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Bottleneck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92424" y="239572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spend hours chasing doctors for prescriptions and signatures. Orders sit on hold. Reimbursement is delayed. Cash flow suffers.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17336" y="1170432"/>
            <a:ext cx="2697480" cy="345643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17336" y="1170432"/>
            <a:ext cx="26974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335024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5352" y="184708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Can't Scale Without Headcount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45352" y="2395728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locations, new referral sources, or CBP contracts means hiring more staff. Recruiting, training, turnover — the cycle never ends.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DF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average DMEPOS supplier misses 15–25% of inbound calls. At $400/order, that's $50K–$150K+ walking out the door every year.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DMEDesk?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42416"/>
            <a:ext cx="8321040" cy="713232"/>
          </a:xfrm>
          <a:prstGeom prst="rect">
            <a:avLst/>
          </a:prstGeom>
          <a:solidFill>
            <a:srgbClr val="F4F8F7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42416"/>
            <a:ext cx="9144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7899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 is an AI voice receptionist platform purpose-built for DMEPOS suppliers — it answers inbound calls, follows up on prescriptions and missing documentation, and verifies insurance, 24 hours a day, 7 days a week.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2697480" cy="2743200"/>
          </a:xfrm>
          <a:prstGeom prst="rect">
            <a:avLst/>
          </a:prstGeom>
          <a:solidFill>
            <a:srgbClr val="F4F8F7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38528"/>
            <a:ext cx="26974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4825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" y="24871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Reception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" y="2871216"/>
            <a:ext cx="24505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Answers every call 24/7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patient &amp; referral calls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Transfers to staff when needed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hold times, zero missed calls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64408" y="1938528"/>
            <a:ext cx="2697480" cy="2743200"/>
          </a:xfrm>
          <a:prstGeom prst="rect">
            <a:avLst/>
          </a:prstGeom>
          <a:solidFill>
            <a:srgbClr val="F4F8F7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4408" y="1938528"/>
            <a:ext cx="26974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04825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92424" y="24871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Follow-Up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92424" y="2871216"/>
            <a:ext cx="24505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 doctors for missing scripts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Follows up on restocking &amp; refill requests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Manages recurring order reminders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Tracks every attempt automatically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17336" y="1938528"/>
            <a:ext cx="2697480" cy="2743200"/>
          </a:xfrm>
          <a:prstGeom prst="rect">
            <a:avLst/>
          </a:prstGeom>
          <a:solidFill>
            <a:srgbClr val="F4F8F7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7336" y="1938528"/>
            <a:ext cx="26974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04825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45352" y="24871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Verification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45352" y="2871216"/>
            <a:ext cx="24505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PPO and HMO benefits live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Identifies coverage before intake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claim denials at source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with all major payers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Seamless. Automatic.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152144"/>
            <a:ext cx="15727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243584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8836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Comes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322576"/>
            <a:ext cx="1389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or referral office dials your existing number. DMEDesk answers instantly.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2304288"/>
            <a:ext cx="164592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152144"/>
            <a:ext cx="15727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05456" y="1243584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84832" y="18836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Handles 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322576"/>
            <a:ext cx="1389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identifies the caller, verifies identity, and handles the request using your specific scripts and rules.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164592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152144"/>
            <a:ext cx="15727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42816" y="1243584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22192" y="18836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Taken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22192" y="2322576"/>
            <a:ext cx="1389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logged, prescription requested, insurance checked, or appointment scheduled — all without staff.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2304288"/>
            <a:ext cx="164592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152144"/>
            <a:ext cx="15727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1243584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9552" y="18836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Notified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2322576"/>
            <a:ext cx="1389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cases transfer to a human with full context. Nothing falls through the cracks.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2304288"/>
            <a:ext cx="164592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5472" y="1152144"/>
            <a:ext cx="15727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17536" y="1243584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96912" y="18836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Logged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2322576"/>
            <a:ext cx="1389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call is recorded, transcribed, timestamped, and written back to your CRM automatically.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2DF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Integrates with Salesforce, HubSpot, Zoho, and more  ·  No rip-and-replace — layers on your existing phone system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AGENTS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Team — Always On, Always Ready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97480" cy="3566160"/>
          </a:xfrm>
          <a:prstGeom prst="rect">
            <a:avLst/>
          </a:prstGeom>
          <a:solidFill>
            <a:srgbClr val="F4F8F7"/>
          </a:solidFill>
          <a:ln w="12700">
            <a:solidFill>
              <a:srgbClr val="ECEF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5608" y="1261872"/>
            <a:ext cx="658368" cy="6583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20299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Jessica / Ava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" y="23408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Receptionist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688336"/>
            <a:ext cx="1609344" cy="27432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779776"/>
            <a:ext cx="2377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Answers every inbound call 24/7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patients AND referral offices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Verifies identity before disclosing PHI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Transfers complex cases with context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Covers after-hours without overtime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115568"/>
            <a:ext cx="2697480" cy="3566160"/>
          </a:xfrm>
          <a:prstGeom prst="rect">
            <a:avLst/>
          </a:prstGeom>
          <a:solidFill>
            <a:srgbClr val="F4F8F7"/>
          </a:solidFill>
          <a:ln w="12700">
            <a:solidFill>
              <a:srgbClr val="ECEF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1261872"/>
            <a:ext cx="658368" cy="658368"/>
          </a:xfrm>
          <a:prstGeom prst="ellipse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0299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74136" y="23408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Follow-Up 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13048" y="2688336"/>
            <a:ext cx="1609344" cy="27432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779776"/>
            <a:ext cx="2377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 physician offices for missing scripts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Follows up on restocking &amp; refill requests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Navigates IVR and smart IVR systems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 every attempt and outcome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Moves stalled orders to completion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115568"/>
            <a:ext cx="2697480" cy="3566160"/>
          </a:xfrm>
          <a:prstGeom prst="rect">
            <a:avLst/>
          </a:prstGeom>
          <a:solidFill>
            <a:srgbClr val="F4F8F7"/>
          </a:solidFill>
          <a:ln w="12700">
            <a:solidFill>
              <a:srgbClr val="ECEF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41464" y="1261872"/>
            <a:ext cx="658368" cy="65836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1464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27064" y="20299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27064" y="23408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Verification 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65976" y="2688336"/>
            <a:ext cx="1609344" cy="27432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779776"/>
            <a:ext cx="2377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PPO and HMO benefit checks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Payer prefix logic built in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Identifies coverage gaps before intake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surprise denials at billing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all major payers &amp; Medicare Advantage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CMS Scrutiny. Designed for Your Peace of Mind.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533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135331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HIPAA Compliant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9496" y="173736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BAA signed before any PHI is handled. Minimum-necessary disclosure enforced on every call.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533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9624" y="135331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Audit-Ready Logs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92424" y="173736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call recorded, transcribed, and timestamped. Immutable trail ready for CMS or OIG audit.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17336" y="1188720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533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02552" y="135331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TCPA / FCC Compliant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45352" y="173736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discloses itself as AI per February 2024 FCC ruling. Opt-out and consent flows built in.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11480" y="2798064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96265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6696" y="296265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Recording Retention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9496" y="3346704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Configurable retention (30–90 days or 7 years for Medicare). Stored encrypted, access-controlled.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64408" y="2798064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96265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9624" y="296265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 Handling Controls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392424" y="3346704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verification before any patient data is disclosed. Authorized representative rules enforced.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17336" y="2798064"/>
            <a:ext cx="2697480" cy="142646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962656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02552" y="296265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Transmission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245352" y="3346704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calls and data transmitted over encrypted channels. No plain-text PHI in logs or webhooks.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SNAPSHOT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 That Matter to Your Business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scenario: 60 calls/day · 2 phone staff · $18/hr · 12 missed calls/day · $400 avg order · 20% conversion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35024"/>
          <a:ext cx="8321040" cy="314553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 / Opportunity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Without DMEDesk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With DMEDesk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Phone staff cost (2 FTEs)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$3,168 / month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Reduced or reallocated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Missed call revenue loss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$17,424 / month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$0 — every call answered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After-hours missed calls (6/day)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$5,808 / month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$0 — 24/7 coverage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Documentation delays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2–5 day avg hold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Same-day follow-up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 monthly upside vs. DMEDesk cost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$26,400+ at risk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Net gain: $25,151+/mo (Growth tier)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572000"/>
            <a:ext cx="8321040" cy="292608"/>
          </a:xfrm>
          <a:prstGeom prst="rect">
            <a:avLst/>
          </a:prstGeom>
          <a:solidFill>
            <a:srgbClr val="F4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411480" y="4572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Want to run this with your actual numbers?  Ask for the live ROI calculator demo.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DMEDesk</a:t>
            </a:r>
            <a:r>
              <a:rPr lang="en-US" sz="8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Confidential — For Demo Use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Window to Move Is Open — But Not Forever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23360" cy="160934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533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5331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CBP 2027 Is Coming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79222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Bidding Program contracts go into effect January 2028. Suppliers scaling operations now will have a proven AI system ready when the bids matter most.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188720"/>
            <a:ext cx="4023360" cy="160934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3533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35331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Auth Expansion (April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82312" y="179222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expanded prior authorization to 7 new HCPCS codes effective April 13, 2026. Documentation workload just increased — staff bandwidth hasn't.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2980944"/>
            <a:ext cx="4023360" cy="160934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4553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1455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Competitors Are Already Moving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76072" y="3584448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than 5% of DMEPOS suppliers use AI voice today. Early movers set the standard for referral response speed and patient experience.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7720" y="2980944"/>
            <a:ext cx="4023360" cy="1609344"/>
          </a:xfrm>
          <a:prstGeom prst="rect">
            <a:avLst/>
          </a:prstGeom>
          <a:solidFill>
            <a:srgbClr val="1C2B36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14553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57800" y="31455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in 7 Days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82312" y="3584448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long implementation. No rip-and-replace. DMEDesk layers onto your existing system — you're live in one week and capturing revenue the next.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On-screen Show (16:9)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DMEDesk Demo Deck</dc:title>
  <dc:subject>PptxGenJS Presentation</dc:subject>
  <dc:creator>PptxGenJS</dc:creator>
  <cp:lastModifiedBy>Joseph Brown</cp:lastModifiedBy>
  <cp:revision>2</cp:revision>
  <dcterms:created xsi:type="dcterms:W3CDTF">2026-05-04T19:54:26Z</dcterms:created>
  <dcterms:modified xsi:type="dcterms:W3CDTF">2026-05-07T14:07:13Z</dcterms:modified>
</cp:coreProperties>
</file>